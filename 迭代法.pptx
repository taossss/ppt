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迭代法</dc:title>
  <dc:subject>算法设计与分析 第 4 章 基本的算法策略 4.1 迭代算法
</dc:subject>
  <dc:creator/>
  <cp:lastModifiedBy/>
  <cp:revision>1</cp:revision>
  <dcterms:created xsi:type="dcterms:W3CDTF">2026-05-06T06:13:02Z</dcterms:created>
  <dcterms:modified xsi:type="dcterms:W3CDTF">2026-05-06T06:13:02Z</dcterms:modified>
</cp:coreProperties>
</file>